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BANGALORE HACKATHON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RAKSHAK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8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Shield Against Digital Arrest Scams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real-time scam call detection for India — stop scams before they start.</a:t>
            </a:r>
            <a:endParaRPr lang="en-US" sz="1400" dirty="0"/>
          </a:p>
        </p:txBody>
      </p:sp>
      <p:pic>
        <p:nvPicPr>
          <p:cNvPr id="6" name="Image 0" descr="icons/ic_shield_white.png">    </p:cNvPr>
          <p:cNvPicPr>
            <a:picLocks noChangeAspect="1"/>
          </p:cNvPicPr>
          <p:nvPr/>
        </p:nvPicPr>
        <p:blipFill>
          <a:blip r:embed="rId2">
            <a:alphaModFix amt="22000"/>
          </a:blip>
          <a:stretch>
            <a:fillRect/>
          </a:stretch>
        </p:blipFill>
        <p:spPr>
          <a:xfrm>
            <a:off x="9646920" y="502920"/>
            <a:ext cx="1920240" cy="1920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3246120"/>
            <a:ext cx="2551176" cy="1417320"/>
          </a:xfrm>
          <a:prstGeom prst="roundRect">
            <a:avLst>
              <a:gd name="adj" fmla="val 580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3392424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₹1,000+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04672" y="3904488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to digital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arrest extortion in India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47288" y="3246120"/>
            <a:ext cx="2551176" cy="1417320"/>
          </a:xfrm>
          <a:prstGeom prst="roundRect">
            <a:avLst>
              <a:gd name="adj" fmla="val 580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11880" y="3392424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500M+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611880" y="3904488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users in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at risk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54496" y="3246120"/>
            <a:ext cx="2551176" cy="1417320"/>
          </a:xfrm>
          <a:prstGeom prst="roundRect">
            <a:avLst>
              <a:gd name="adj" fmla="val 580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19088" y="3392424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 sec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419088" y="3904488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alert response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061704" y="3246120"/>
            <a:ext cx="2551176" cy="1417320"/>
          </a:xfrm>
          <a:prstGeom prst="roundRect">
            <a:avLst>
              <a:gd name="adj" fmla="val 580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26296" y="3392424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9226296" y="3904488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4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0080" y="4846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D8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Scammers impersonate police, customs &amp; government to extort victims on live calls.</a:t>
            </a:r>
            <a:endParaRPr lang="en-US" sz="125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D8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RAKSHAK monitors calls in real time, detects the scam pattern, and intervenes instantly.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Google DeepMind Hackathon — powered by Gemini Live API &amp; Gemma 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RAKSHAK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Protection with Multi-Language Real-Time Threat Detection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45336"/>
            <a:ext cx="566928" cy="566928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5" name="Image 0" descr="icons/ic_pho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6642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9047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Call Monitoring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181051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live audio streaming, instant transcription in Hindi, Telugu, Tamil, Bengali, Marathi, Gujarati, Kannada, Malayalam &amp; Punjabi.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715768"/>
            <a:ext cx="566928" cy="566928"/>
          </a:xfrm>
          <a:prstGeom prst="ellipse">
            <a:avLst/>
          </a:prstGeom>
          <a:solidFill>
            <a:srgbClr val="6200EA"/>
          </a:solidFill>
          <a:ln/>
        </p:spPr>
      </p:sp>
      <p:pic>
        <p:nvPicPr>
          <p:cNvPr id="9" name="Image 1" descr="icons/ic_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834640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660904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Threat Detection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17320" y="298094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Live + Gemini 3.5 Flash run dual-layer detection — pattern matching plus LLM semantic analysis of scam intent.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3886200"/>
            <a:ext cx="566928" cy="566928"/>
          </a:xfrm>
          <a:prstGeom prst="ellipse">
            <a:avLst/>
          </a:prstGeom>
          <a:solidFill>
            <a:srgbClr val="FF6D00"/>
          </a:solidFill>
          <a:ln/>
        </p:spPr>
      </p:sp>
      <p:pic>
        <p:nvPicPr>
          <p:cNvPr id="13" name="Image 2" descr="icons/ic_bel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00507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831336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Voice Alerts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17320" y="415137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warnings in the user's own language, with urgent, calm, clear or emphatic delivery styles.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5056632"/>
            <a:ext cx="566928" cy="566928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17" name="Image 3" descr="icons/ic_fi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5175504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500176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Generation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17320" y="532180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transcript capture, formatted for one-tap cybercrime.gov.in complaint filing.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537960" y="1481328"/>
            <a:ext cx="5029200" cy="4892040"/>
          </a:xfrm>
          <a:prstGeom prst="roundRect">
            <a:avLst>
              <a:gd name="adj" fmla="val 1869"/>
            </a:avLst>
          </a:prstGeom>
          <a:solidFill>
            <a:srgbClr val="1A237E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6858000" y="1737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858000" y="22585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9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858000" y="25146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· Jetpack Compose · Firebase (Auth / Firestore / Messaging) · Hilt DI · Room · Retrofit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858000" y="32826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9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858000" y="353872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Python · WebSocket · Pydantic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858000" y="430682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9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858000" y="4562856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Live API (real-time) · Gemini 3.5 Flash (reasoning) · Gemini TTS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858000" y="53309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B9A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858000" y="5586984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offline classifier for zero-connectivity protection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6858000" y="5641848"/>
            <a:ext cx="2080260" cy="621792"/>
          </a:xfrm>
          <a:prstGeom prst="roundRect">
            <a:avLst>
              <a:gd name="adj" fmla="val 10294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31" name="Image 4" descr="icons/ic_languag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0970" y="571500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858000" y="6007608"/>
            <a:ext cx="2080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Languages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9166860" y="5641848"/>
            <a:ext cx="2080260" cy="621792"/>
          </a:xfrm>
          <a:prstGeom prst="roundRect">
            <a:avLst>
              <a:gd name="adj" fmla="val 10294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34" name="Image 5" descr="icons/ic_wifi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9830" y="571500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166860" y="6007608"/>
            <a:ext cx="20802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Protection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Detection to Action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3000" y="1828800"/>
            <a:ext cx="9875520" cy="0"/>
          </a:xfrm>
          <a:prstGeom prst="line">
            <a:avLst/>
          </a:prstGeom>
          <a:noFill/>
          <a:ln w="25400">
            <a:solidFill>
              <a:srgbClr val="E6E6F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680210" y="1508760"/>
            <a:ext cx="640080" cy="64008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6" name="Image 0" descr="icons/ic_phon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6514" y="16550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5850" y="2221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Received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00550" y="1508760"/>
            <a:ext cx="640080" cy="640080"/>
          </a:xfrm>
          <a:prstGeom prst="ellipse">
            <a:avLst/>
          </a:prstGeom>
          <a:solidFill>
            <a:srgbClr val="6200EA"/>
          </a:solidFill>
          <a:ln/>
        </p:spPr>
      </p:sp>
      <p:pic>
        <p:nvPicPr>
          <p:cNvPr id="9" name="Image 1" descr="icons/ic_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854" y="165506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06190" y="2221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120890" y="1508760"/>
            <a:ext cx="640080" cy="64008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12" name="Image 2" descr="icons/ic_warn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194" y="1655064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26530" y="2221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Triggered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9841230" y="1508760"/>
            <a:ext cx="640080" cy="640080"/>
          </a:xfrm>
          <a:prstGeom prst="ellipse">
            <a:avLst/>
          </a:prstGeom>
          <a:solidFill>
            <a:srgbClr val="6200EA"/>
          </a:solidFill>
          <a:ln/>
        </p:spPr>
      </p:sp>
      <p:pic>
        <p:nvPicPr>
          <p:cNvPr id="15" name="Image 3" descr="icons/ic_fi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7534" y="1655064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46870" y="2221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Collected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40080" y="260604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96112" y="2862072"/>
            <a:ext cx="502920" cy="50292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19" name="Image 4" descr="icons/ic_user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971800"/>
            <a:ext cx="283464" cy="28346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6112" y="347472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Protection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896112" y="3776472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 are the most targeted group. RAKSHAK acts as a digital guardian during calls, with a family monitoring dashboard for peace of mind.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343400" y="260604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599432" y="2862072"/>
            <a:ext cx="502920" cy="502920"/>
          </a:xfrm>
          <a:prstGeom prst="ellipse">
            <a:avLst/>
          </a:prstGeom>
          <a:solidFill>
            <a:srgbClr val="6200EA"/>
          </a:solidFill>
          <a:ln/>
        </p:spPr>
      </p:sp>
      <p:pic>
        <p:nvPicPr>
          <p:cNvPr id="24" name="Image 5" descr="icons/ic_cha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2971800"/>
            <a:ext cx="283464" cy="28346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599432" y="347472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Safety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4599432" y="3776472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handling sensitive data and corporate accounts targeted by sophisticated scams get enterprise-ready employee protection.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8046720" y="2606040"/>
            <a:ext cx="34747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8302752" y="2862072"/>
            <a:ext cx="502920" cy="502920"/>
          </a:xfrm>
          <a:prstGeom prst="ellipse">
            <a:avLst/>
          </a:prstGeom>
          <a:solidFill>
            <a:srgbClr val="FF6D00"/>
          </a:solidFill>
          <a:ln/>
        </p:spPr>
      </p:sp>
      <p:pic>
        <p:nvPicPr>
          <p:cNvPr id="29" name="Image 6" descr="icons/ic_glob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2971800"/>
            <a:ext cx="283464" cy="28346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302752" y="347472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India</a:t>
            </a:r>
            <a:endParaRPr lang="en-US" sz="1350" dirty="0"/>
          </a:p>
        </p:txBody>
      </p:sp>
      <p:sp>
        <p:nvSpPr>
          <p:cNvPr id="31" name="Text 22"/>
          <p:cNvSpPr/>
          <p:nvPr/>
        </p:nvSpPr>
        <p:spPr>
          <a:xfrm>
            <a:off x="8302752" y="3776472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digital literacy means high risk. Multi-language support breaks the barrier, and offline mode works without reliable internet.</a:t>
            </a:r>
            <a:endParaRPr lang="en-US" sz="1000" dirty="0"/>
          </a:p>
        </p:txBody>
      </p:sp>
      <p:sp>
        <p:nvSpPr>
          <p:cNvPr id="32" name="Shape 23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1A237E"/>
          </a:solidFill>
          <a:ln/>
        </p:spPr>
      </p:sp>
      <p:sp>
        <p:nvSpPr>
          <p:cNvPr id="33" name="Text 24"/>
          <p:cNvSpPr/>
          <p:nvPr/>
        </p:nvSpPr>
        <p:spPr>
          <a:xfrm>
            <a:off x="640080" y="5093208"/>
            <a:ext cx="2720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95%+</a:t>
            </a:r>
            <a:endParaRPr lang="en-US" sz="2600" dirty="0"/>
          </a:p>
        </p:txBody>
      </p:sp>
      <p:sp>
        <p:nvSpPr>
          <p:cNvPr id="34" name="Text 25"/>
          <p:cNvSpPr/>
          <p:nvPr/>
        </p:nvSpPr>
        <p:spPr>
          <a:xfrm>
            <a:off x="640080" y="5641848"/>
            <a:ext cx="2720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3360420" y="5093208"/>
            <a:ext cx="2720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 sec</a:t>
            </a:r>
            <a:endParaRPr lang="en-US" sz="2600" dirty="0"/>
          </a:p>
        </p:txBody>
      </p:sp>
      <p:sp>
        <p:nvSpPr>
          <p:cNvPr id="36" name="Text 27"/>
          <p:cNvSpPr/>
          <p:nvPr/>
        </p:nvSpPr>
        <p:spPr>
          <a:xfrm>
            <a:off x="3360420" y="5641848"/>
            <a:ext cx="2720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response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3360420" y="5120640"/>
            <a:ext cx="0" cy="96012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080760" y="5093208"/>
            <a:ext cx="2720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2600" dirty="0"/>
          </a:p>
        </p:txBody>
      </p:sp>
      <p:sp>
        <p:nvSpPr>
          <p:cNvPr id="39" name="Text 30"/>
          <p:cNvSpPr/>
          <p:nvPr/>
        </p:nvSpPr>
        <p:spPr>
          <a:xfrm>
            <a:off x="6080760" y="5641848"/>
            <a:ext cx="2720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6080760" y="5120640"/>
            <a:ext cx="0" cy="96012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801100" y="5093208"/>
            <a:ext cx="2720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500M+</a:t>
            </a:r>
            <a:endParaRPr lang="en-US" sz="2600" dirty="0"/>
          </a:p>
        </p:txBody>
      </p:sp>
      <p:sp>
        <p:nvSpPr>
          <p:cNvPr id="42" name="Text 33"/>
          <p:cNvSpPr/>
          <p:nvPr/>
        </p:nvSpPr>
        <p:spPr>
          <a:xfrm>
            <a:off x="8801100" y="5641848"/>
            <a:ext cx="2720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users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9E7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8801100" y="5120640"/>
            <a:ext cx="0" cy="96012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ic_shield_white.png">    </p:cNvPr>
          <p:cNvPicPr>
            <a:picLocks noChangeAspect="1"/>
          </p:cNvPicPr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5184648" y="4572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508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the Fight Against Digital Scams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22960" y="208483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7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RAKSHAK Today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288036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641348" y="3099816"/>
            <a:ext cx="512064" cy="512064"/>
          </a:xfrm>
          <a:prstGeom prst="ellipse">
            <a:avLst/>
          </a:prstGeom>
          <a:solidFill>
            <a:srgbClr val="FF6D00"/>
          </a:solidFill>
          <a:ln/>
        </p:spPr>
      </p:sp>
      <p:pic>
        <p:nvPicPr>
          <p:cNvPr id="7" name="Image 1" descr="icons/ic_playstor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220" y="321868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37216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31520" y="40142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8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 Google Play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8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8.0+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429000" y="288036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430268" y="3099816"/>
            <a:ext cx="512064" cy="512064"/>
          </a:xfrm>
          <a:prstGeom prst="ellipse">
            <a:avLst/>
          </a:prstGeom>
          <a:solidFill>
            <a:srgbClr val="FF6D00"/>
          </a:solidFill>
          <a:ln/>
        </p:spPr>
      </p:sp>
      <p:pic>
        <p:nvPicPr>
          <p:cNvPr id="12" name="Image 2" descr="icons/ic_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40" y="321868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0440" y="37216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3520440" y="40142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8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8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call recordings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217920" y="288036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219188" y="3099816"/>
            <a:ext cx="512064" cy="512064"/>
          </a:xfrm>
          <a:prstGeom prst="ellipse">
            <a:avLst/>
          </a:prstGeom>
          <a:solidFill>
            <a:srgbClr val="FF6D00"/>
          </a:solidFill>
          <a:ln/>
        </p:spPr>
      </p:sp>
      <p:pic>
        <p:nvPicPr>
          <p:cNvPr id="17" name="Image 3" descr="icons/ic_bel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60" y="321868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9360" y="37216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309360" y="40142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8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helpline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8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forum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9006840" y="2880360"/>
            <a:ext cx="2514600" cy="1737360"/>
          </a:xfrm>
          <a:prstGeom prst="roundRect">
            <a:avLst>
              <a:gd name="adj" fmla="val 473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0008108" y="3099816"/>
            <a:ext cx="512064" cy="512064"/>
          </a:xfrm>
          <a:prstGeom prst="ellipse">
            <a:avLst/>
          </a:prstGeom>
          <a:solidFill>
            <a:srgbClr val="FF6D00"/>
          </a:solidFill>
          <a:ln/>
        </p:spPr>
      </p:sp>
      <p:pic>
        <p:nvPicPr>
          <p:cNvPr id="22" name="Image 4" descr="icons/ic_char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6980" y="3218688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098280" y="37216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9098280" y="40142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8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version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8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scam database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early testers at the Google DeepMind Bangalore Hackathon — built with Gemini Live API, Gemini 3.5 Flash &amp; Gemma 4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2651760" y="5623560"/>
            <a:ext cx="6858000" cy="658368"/>
          </a:xfrm>
          <a:prstGeom prst="roundRect">
            <a:avLst>
              <a:gd name="adj" fmla="val 50000"/>
            </a:avLst>
          </a:prstGeom>
          <a:solidFill>
            <a:srgbClr val="FF6D00"/>
          </a:solidFill>
          <a:ln/>
        </p:spPr>
      </p:sp>
      <p:sp>
        <p:nvSpPr>
          <p:cNvPr id="27" name="Text 20"/>
          <p:cNvSpPr/>
          <p:nvPr/>
        </p:nvSpPr>
        <p:spPr>
          <a:xfrm>
            <a:off x="2651760" y="56235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rakshak.app  •  hello@rakshak.app  •  @rakshak_india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2026-07-11T10:03:43Z</dcterms:created>
  <dcterms:modified xsi:type="dcterms:W3CDTF">2026-07-11T10:03:43Z</dcterms:modified>
</cp:coreProperties>
</file>